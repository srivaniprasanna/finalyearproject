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39FDB-2445-4F7F-BD0D-713BD684850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106E5-AC08-42AE-B035-F64F03E0C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5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106E5-AC08-42AE-B035-F64F03E0CAF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629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DB30-D007-B99F-A117-892B0940B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>
            <a:normAutofit fontScale="90000"/>
          </a:bodyPr>
          <a:lstStyle/>
          <a:p>
            <a:r>
              <a:rPr lang="en-IN" sz="4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Bapatla</a:t>
            </a:r>
            <a:r>
              <a:rPr lang="en-IN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</a:t>
            </a:r>
            <a:br>
              <a:rPr lang="en-IN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b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Internal Review</a:t>
            </a:r>
            <a:b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Based Smart Crop Recommendation System</a:t>
            </a:r>
            <a:br>
              <a:rPr lang="en-IN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br>
              <a:rPr lang="en-IN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</a:t>
            </a:r>
            <a:br>
              <a:rPr lang="en-IN" sz="3200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br>
              <a:rPr lang="en-IN" sz="3200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 . P . Surekha</a:t>
            </a:r>
            <a:br>
              <a:rPr lang="en-IN" sz="32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br>
              <a:rPr lang="en-IN" sz="32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</a:t>
            </a:r>
            <a:r>
              <a:rPr lang="en-IN" sz="3200" cap="none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IN" sz="32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</a:t>
            </a:r>
            <a:r>
              <a:rPr lang="en-IN" sz="2200" cap="none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S.V. Prasanna , Y22AIT470</a:t>
            </a:r>
            <a:b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N. Uday Kumar , Y22AIT481</a:t>
            </a:r>
            <a:b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N. Komali Kiran , Y22AIT483</a:t>
            </a:r>
            <a:b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A . V. </a:t>
            </a:r>
            <a:r>
              <a:rPr lang="en-IN" sz="2200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Brahmam</a:t>
            </a:r>
            <a:r>
              <a:rPr lang="en-IN" sz="2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Y22AIT403</a:t>
            </a:r>
            <a:br>
              <a:rPr lang="en-IN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cap="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62B01-AAAB-AEE4-5969-79ED098E1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92" y="181112"/>
            <a:ext cx="1795789" cy="180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7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50B09-8E8B-587D-2CF2-FE0F948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58753"/>
            <a:ext cx="10364451" cy="968221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4000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843EA5-8E93-C03F-2B7B-07C73990B3F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249805" y="1656492"/>
            <a:ext cx="10028420" cy="4221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Knowledge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and Methodology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05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EB49-5026-4669-77C4-9F4F05C55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419725"/>
            <a:ext cx="10364451" cy="799474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sz="4000" b="1" dirty="0"/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4FD54-ACC7-D4CF-219D-D72370DF72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13381" y="1045462"/>
            <a:ext cx="8709911" cy="46957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plays a crucial role in the economy, and selecting the right crop based on environmental conditions is essential for maximizing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productivity.This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proposes a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based smart crop recommendation system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machine learning techniques to suggest suitable crops for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cultivation.The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takes inputs such as soil type, temperature, humidity, rainfall, and location data. These inputs are processed and analyzed using a trained machine learning model to predict the most suitable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crop.The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is trained on agricultural datasets and provides accurate recommendations to assist farmers in making informed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decisions.This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aims to improve crop yield, reduce risks, and promote efficient farming through data-driven insights.</a:t>
            </a:r>
          </a:p>
          <a:p>
            <a:pPr marL="0" indent="0">
              <a:buNone/>
            </a:pP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341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F1E1-6167-82B0-2385-F96F64CE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53822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4000" b="1" dirty="0"/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IN" sz="4000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0CAB4-1AEF-6577-76EC-C534BA248B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33730" y="1749998"/>
            <a:ext cx="7899817" cy="4650801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farming practices rely heavily on farmer experience and manual decision-making, which may not always lead to optimal crop selection.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like soil condition, weather variations, and regional differences make crop selection complex.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this, the project proposes a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recommendation system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environmental and location data to suggest the most suitable crop.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provide a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fast, and accurate solution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farmers improve productivity and reduce losses.</a:t>
            </a:r>
          </a:p>
          <a:p>
            <a:endParaRPr lang="en-IN" cap="none" dirty="0"/>
          </a:p>
        </p:txBody>
      </p:sp>
    </p:spTree>
    <p:extLst>
      <p:ext uri="{BB962C8B-B14F-4D97-AF65-F5344CB8AC3E}">
        <p14:creationId xmlns:p14="http://schemas.microsoft.com/office/powerpoint/2010/main" val="335838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AC5A-19CC-D462-9FB9-917D7FF28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65740"/>
            <a:ext cx="10364451" cy="493827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414A-7CF6-F777-8CE0-52946EEFA2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42933" y="825308"/>
            <a:ext cx="10364451" cy="6032692"/>
          </a:xfrm>
        </p:spPr>
        <p:txBody>
          <a:bodyPr>
            <a:noAutofit/>
          </a:bodyPr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“crop recommendation system using machine learning” (2023)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crop suggestions based on soil and climate 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limited dataset and lower accuracy </a:t>
            </a:r>
          </a:p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importance of ML in agriculture 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improved datasets and models </a:t>
            </a:r>
          </a:p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“smart agriculture using </a:t>
            </a:r>
            <a:r>
              <a:rPr lang="en-US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ML” (2022)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 with ML models 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high cost and complex implementation </a:t>
            </a:r>
          </a:p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real-time capability but complexity issues 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focuses on simplicity and accessibility </a:t>
            </a:r>
          </a:p>
          <a:p>
            <a:pPr>
              <a:lnSpc>
                <a:spcPct val="150000"/>
              </a:lnSpc>
            </a:pP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149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77E9-8148-159F-56ED-4E41FA2B6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012" y="421922"/>
            <a:ext cx="10364451" cy="83944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IN" sz="4000" b="1" dirty="0"/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endParaRPr lang="en-IN" sz="4000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7248EE-A4EF-31A2-D099-6A2B82B27F4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23142" y="1531230"/>
            <a:ext cx="9538741" cy="1261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843AF-7790-693D-36BB-8C480807FDAD}"/>
              </a:ext>
            </a:extLst>
          </p:cNvPr>
          <p:cNvSpPr txBox="1"/>
          <p:nvPr/>
        </p:nvSpPr>
        <p:spPr>
          <a:xfrm>
            <a:off x="1499016" y="1765970"/>
            <a:ext cx="768620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analyze agricultural data and predict suitable crops based on input parameters.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used for model development and implementation.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numerical operations and handling dataset efficiently.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data preprocessing and analysis.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implement machine learning algorithms like classification models. </a:t>
            </a:r>
          </a:p>
        </p:txBody>
      </p:sp>
    </p:spTree>
    <p:extLst>
      <p:ext uri="{BB962C8B-B14F-4D97-AF65-F5344CB8AC3E}">
        <p14:creationId xmlns:p14="http://schemas.microsoft.com/office/powerpoint/2010/main" val="4039210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7DE0-B317-D659-1237-572A90D1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228" y="509666"/>
            <a:ext cx="10364451" cy="840224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81DB4D-6110-313A-1316-417C2981F6B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2278505" y="1813810"/>
            <a:ext cx="8049717" cy="3672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5736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7DE0-4A29-DA5B-F0CE-47A9566E3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44577"/>
            <a:ext cx="10364451" cy="989351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000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07E56B-9F7E-23FB-FB21-F1E642E5F8B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92498" y="1739555"/>
            <a:ext cx="867994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Collected agricultural data including soil type, temperature, humidity, and rainfall.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dataset, handled missing values, normalized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ML model using classification algorithms.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using dataset for accurate prediction.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model accuracy and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model into a system for user interaction. </a:t>
            </a:r>
          </a:p>
        </p:txBody>
      </p:sp>
    </p:spTree>
    <p:extLst>
      <p:ext uri="{BB962C8B-B14F-4D97-AF65-F5344CB8AC3E}">
        <p14:creationId xmlns:p14="http://schemas.microsoft.com/office/powerpoint/2010/main" val="42525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A00E-3132-AEDD-65B0-BA2C7225F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76" y="599607"/>
            <a:ext cx="10364451" cy="122919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80B21-9A81-F382-DBBF-215355F692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2736" y="2022318"/>
            <a:ext cx="9624936" cy="3424107"/>
          </a:xfrm>
        </p:spPr>
        <p:txBody>
          <a:bodyPr>
            <a:normAutofit fontScale="70000" lnSpcReduction="20000"/>
          </a:bodyPr>
          <a:lstStyle/>
          <a:p>
            <a:r>
              <a:rPr lang="en-IN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i5 or higher </a:t>
            </a:r>
          </a:p>
          <a:p>
            <a: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8GB minimum </a:t>
            </a:r>
          </a:p>
          <a:p>
            <a: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256GB </a:t>
            </a:r>
          </a:p>
          <a:p>
            <a:r>
              <a:rPr lang="en-IN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python </a:t>
            </a:r>
          </a:p>
          <a:p>
            <a: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IN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/ VS code </a:t>
            </a:r>
          </a:p>
          <a:p>
            <a: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windows </a:t>
            </a:r>
          </a:p>
          <a:p>
            <a:pPr>
              <a:lnSpc>
                <a:spcPct val="150000"/>
              </a:lnSpc>
            </a:pP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043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8863-943C-38FF-0DB0-EA4850DC1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320" y="419726"/>
            <a:ext cx="10364451" cy="109428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  <a:endParaRPr lang="en-IN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B26A4-154B-07EB-2FF5-43138A8A0A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54866" y="1557619"/>
            <a:ext cx="10243905" cy="4880655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suitability analysis module :</a:t>
            </a:r>
          </a:p>
          <a:p>
            <a:pPr lvl="1">
              <a:lnSpc>
                <a:spcPct val="170000"/>
              </a:lnSpc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a </a:t>
            </a:r>
            <a:r>
              <a:rPr lang="en-IN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name</a:t>
            </a:r>
            <a:endParaRPr lang="en-IN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fetches:</a:t>
            </a:r>
          </a:p>
          <a:p>
            <a:pPr lvl="2">
              <a:lnSpc>
                <a:spcPct val="170000"/>
              </a:lnSpc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 lvl="2">
              <a:lnSpc>
                <a:spcPct val="170000"/>
              </a:lnSpc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</a:t>
            </a:r>
          </a:p>
          <a:p>
            <a:pPr lvl="2">
              <a:lnSpc>
                <a:spcPct val="170000"/>
              </a:lnSpc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</a:p>
          <a:p>
            <a:pPr lvl="2">
              <a:lnSpc>
                <a:spcPct val="170000"/>
              </a:lnSpc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type</a:t>
            </a:r>
          </a:p>
          <a:p>
            <a:pPr lvl="1">
              <a:lnSpc>
                <a:spcPct val="170000"/>
              </a:lnSpc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</a:t>
            </a:r>
            <a:r>
              <a:rPr lang="en-IN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values vs required crop values</a:t>
            </a:r>
            <a:endParaRPr lang="en-IN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722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C87F-FA36-FB39-118A-3B068973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719231"/>
            <a:ext cx="10364451" cy="106459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31DC01-C628-191C-E16A-07EA4EB91C0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135526"/>
            <a:ext cx="10364451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Determines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/ not suitable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status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slide-by-slide reasons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each parameter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enters a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name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collects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data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(temperature, rainfall, humidity) and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information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datasets.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values are compared with the crop’s required conditions to decide whether the crop is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or not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238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41F56-C4A5-9B53-43FF-49728E58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7D2B2-9094-4DAD-B479-FCD0E68E41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8723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chapter presented the comprehensive implementation and rigorous evaluation of the web-based crop recommendation system, demonstrating its practical viability and significant impact on agricultural decision-making. The system successfully integrates real-time environmental data acquisition, hybrid artificial intelligence techniques, and location-based services to provide accurate, personalized crop recommendations for farmers . The implementation phase established a robust three-tier architecture comprising a responsive frontend interface, scalable restful API services, and efficient database systems. Key technical achievements include seamless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location detection, open weather map API integration for live meteorological data, and optimized random forest models delivering 87.3% recommendation accuracy with 245ms median response time. 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264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968B1-7331-B42D-769C-7C3F6258F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03724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278803-9046-23ED-9EBA-D45BE23C252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613041" y="2248644"/>
            <a:ext cx="4482958" cy="2360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 larger datasets 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weather API integration 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mobile application 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 for farmers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878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9D90E-1DBB-E273-1D30-BD4CDC81C7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9600" dirty="0">
              <a:latin typeface="Britannic Bold" panose="020B0903060703020204" pitchFamily="34" charset="0"/>
            </a:endParaRPr>
          </a:p>
          <a:p>
            <a:pPr marL="0" indent="0">
              <a:buNone/>
            </a:pPr>
            <a:r>
              <a:rPr lang="en-IN" sz="9600" dirty="0">
                <a:latin typeface="Britannic Bold" panose="020B0903060703020204" pitchFamily="34" charset="0"/>
              </a:rPr>
              <a:t>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71109671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Words>822</Words>
  <Application>Microsoft Office PowerPoint</Application>
  <PresentationFormat>Widescreen</PresentationFormat>
  <Paragraphs>78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Britannic Bold</vt:lpstr>
      <vt:lpstr>Calibri</vt:lpstr>
      <vt:lpstr>Times New Roman</vt:lpstr>
      <vt:lpstr>Tw Cen MT</vt:lpstr>
      <vt:lpstr>Droplet</vt:lpstr>
      <vt:lpstr>Bapatla Engineering College  Department of Information Technology Final Internal Review On  Location Based Smart Crop Recommendation System BY Under The Esteemed Guidance Of Mrs . P . Surekha Assistant Professor                                                                                       Presented by           M. S.V. Prasanna , Y22AIT470          N. Uday Kumar , Y22AIT481          N. Komali Kiran , Y22AIT483          A . V. Brahmam , Y22AIT403 </vt:lpstr>
      <vt:lpstr>CONTENTS</vt:lpstr>
      <vt:lpstr>ABSTRACT </vt:lpstr>
      <vt:lpstr>PROBLEM STATEMENT</vt:lpstr>
      <vt:lpstr>LITERATURE REVIEW</vt:lpstr>
      <vt:lpstr>DOMAIN KNOWLEDGE</vt:lpstr>
      <vt:lpstr>ARCHITECTURE</vt:lpstr>
      <vt:lpstr>METHODOLOGY</vt:lpstr>
      <vt:lpstr>SYSTEM REQUIREMENTS</vt:lpstr>
      <vt:lpstr>PROJECT IMPLEMENTATION</vt:lpstr>
      <vt:lpstr>PROJECT IMPLEMENTATION</vt:lpstr>
      <vt:lpstr>CONCLUSION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Manam Sri Vani Prasanna</dc:creator>
  <cp:lastModifiedBy>Manam Sri Vani Prasanna</cp:lastModifiedBy>
  <cp:revision>15</cp:revision>
  <dcterms:created xsi:type="dcterms:W3CDTF">2026-02-24T07:38:14Z</dcterms:created>
  <dcterms:modified xsi:type="dcterms:W3CDTF">2026-04-17T05:39:53Z</dcterms:modified>
</cp:coreProperties>
</file>