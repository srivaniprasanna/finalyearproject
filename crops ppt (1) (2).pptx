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EDB30-D007-B99F-A117-892B0940B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7999"/>
          </a:xfrm>
        </p:spPr>
        <p:txBody>
          <a:bodyPr>
            <a:normAutofit fontScale="90000"/>
          </a:bodyPr>
          <a:lstStyle/>
          <a:p>
            <a:r>
              <a:rPr lang="en-IN" sz="4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Bapatla</a:t>
            </a:r>
            <a:r>
              <a:rPr lang="en-IN" sz="4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Engineering College</a:t>
            </a:r>
            <a:br>
              <a:rPr lang="en-IN" sz="4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  <a:br>
              <a:rPr lang="en-IN" sz="32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 – I</a:t>
            </a:r>
            <a:br>
              <a:rPr lang="en-IN" sz="32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br>
              <a:rPr lang="en-IN" sz="32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Based Smart Crop Recommendation System</a:t>
            </a:r>
            <a:br>
              <a:rPr lang="en-IN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br>
              <a:rPr lang="en-IN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cap="none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S.V. Prasanna , Y22AIT470</a:t>
            </a:r>
            <a:br>
              <a:rPr lang="en-IN" sz="2200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 Uday Kumar , Y22AIT481</a:t>
            </a:r>
            <a:br>
              <a:rPr lang="en-IN" sz="2200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 Komali Kiran , Y22AIT483</a:t>
            </a:r>
            <a:br>
              <a:rPr lang="en-IN" sz="2200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. V. </a:t>
            </a:r>
            <a:r>
              <a:rPr lang="en-IN" sz="2200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Brahmam</a:t>
            </a:r>
            <a:r>
              <a:rPr lang="en-IN" sz="2200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Y22AIT403</a:t>
            </a:r>
            <a:br>
              <a:rPr lang="en-IN" sz="2800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Esteemed Guidance</a:t>
            </a:r>
            <a:br>
              <a:rPr lang="en-IN" sz="3200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br>
              <a:rPr lang="en-IN" sz="3200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Mrs . P . Surekha</a:t>
            </a:r>
            <a:br>
              <a:rPr lang="en-IN" sz="3200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br>
              <a:rPr lang="en-IN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cap="non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462B01-AAAB-AEE4-5969-79ED098E1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92" y="181112"/>
            <a:ext cx="1795789" cy="180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174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50B09-8E8B-587D-2CF2-FE0F94850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58753"/>
            <a:ext cx="10364451" cy="968221"/>
          </a:xfrm>
        </p:spPr>
        <p:txBody>
          <a:bodyPr>
            <a:normAutofit/>
          </a:bodyPr>
          <a:lstStyle/>
          <a:p>
            <a:r>
              <a:rPr lang="en-IN" sz="40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Knowledge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843EA5-8E93-C03F-2B7B-07C73990B3F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049312" y="1078907"/>
            <a:ext cx="10028420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Agriculture productivity highly depends on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climatic and soil conditions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crop requires specific:</a:t>
            </a:r>
            <a:endParaRPr lang="en-US" altLang="en-US" sz="2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Temperature range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Rainfall levels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Humidity conditions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Soil type</a:t>
            </a:r>
            <a:r>
              <a:rPr lang="en-US" alt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Famers often face losses due to </a:t>
            </a:r>
            <a:r>
              <a:rPr lang="en-US" sz="2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improper crop selection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scientific analysis.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057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EB49-5026-4669-77C4-9F4F05C55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Knowledge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4FD54-ACC7-D4CF-219D-D72370DF72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18115" y="2214694"/>
            <a:ext cx="8709911" cy="3424107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often face losses due to:</a:t>
            </a:r>
          </a:p>
          <a:p>
            <a:pPr lvl="1">
              <a:lnSpc>
                <a:spcPct val="150000"/>
              </a:lnSpc>
            </a:pP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weather knowledge</a:t>
            </a:r>
          </a:p>
          <a:p>
            <a:pPr lvl="1">
              <a:lnSpc>
                <a:spcPct val="150000"/>
              </a:lnSpc>
            </a:pP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Improper crop selection</a:t>
            </a:r>
          </a:p>
          <a:p>
            <a:pPr>
              <a:lnSpc>
                <a:spcPct val="150000"/>
              </a:lnSpc>
            </a:pP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</a:t>
            </a:r>
            <a:r>
              <a:rPr lang="en-US" sz="2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crop suitability and recommendations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guesswork.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6341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9F1E1-6167-82B0-2385-F96F64CE9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53822"/>
            <a:ext cx="10364451" cy="1596177"/>
          </a:xfrm>
        </p:spPr>
        <p:txBody>
          <a:bodyPr>
            <a:normAutofit/>
          </a:bodyPr>
          <a:lstStyle/>
          <a:p>
            <a:r>
              <a:rPr lang="en-IN" sz="40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0CAB4-1AEF-6577-76EC-C534BA248B6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08878" y="1465186"/>
            <a:ext cx="7899817" cy="5115496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70000"/>
              </a:lnSpc>
            </a:pPr>
            <a:r>
              <a:rPr lang="en-IN" sz="96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(react + </a:t>
            </a:r>
            <a:r>
              <a:rPr lang="en-IN" sz="96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r>
              <a:rPr lang="en-IN" sz="96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tailwind CSS)</a:t>
            </a:r>
            <a:endParaRPr lang="en-IN" sz="96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en-IN" sz="9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(login / register)</a:t>
            </a:r>
          </a:p>
          <a:p>
            <a:pPr lvl="1">
              <a:lnSpc>
                <a:spcPct val="170000"/>
              </a:lnSpc>
            </a:pPr>
            <a:r>
              <a:rPr lang="en-IN" sz="9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input and location-based interaction</a:t>
            </a:r>
          </a:p>
          <a:p>
            <a:pPr lvl="1">
              <a:lnSpc>
                <a:spcPct val="170000"/>
              </a:lnSpc>
            </a:pPr>
            <a:r>
              <a:rPr lang="en-IN" sz="9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suitability results with slide-by-slide reasons</a:t>
            </a:r>
          </a:p>
          <a:p>
            <a:pPr>
              <a:lnSpc>
                <a:spcPct val="170000"/>
              </a:lnSpc>
            </a:pPr>
            <a:r>
              <a:rPr lang="en-IN" sz="96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(python – REST API)</a:t>
            </a:r>
            <a:endParaRPr lang="en-IN" sz="96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en-IN" sz="9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authentication and crop logic</a:t>
            </a:r>
          </a:p>
          <a:p>
            <a:pPr lvl="1">
              <a:lnSpc>
                <a:spcPct val="170000"/>
              </a:lnSpc>
            </a:pPr>
            <a:r>
              <a:rPr lang="en-IN" sz="9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Fetches weather data (API + dataset)</a:t>
            </a:r>
          </a:p>
          <a:p>
            <a:pPr lvl="1">
              <a:lnSpc>
                <a:spcPct val="170000"/>
              </a:lnSpc>
            </a:pPr>
            <a:r>
              <a:rPr lang="en-IN" sz="9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crop suitability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8386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1AC5A-19CC-D462-9FB9-917D7FF28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65740"/>
            <a:ext cx="10364451" cy="1596177"/>
          </a:xfrm>
        </p:spPr>
        <p:txBody>
          <a:bodyPr>
            <a:normAutofit/>
          </a:bodyPr>
          <a:lstStyle/>
          <a:p>
            <a:r>
              <a:rPr lang="en-IN" sz="40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9414A-7CF6-F777-8CE0-52946EEFA20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42933" y="1199212"/>
            <a:ext cx="10364451" cy="487180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services</a:t>
            </a:r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/ location services</a:t>
            </a:r>
          </a:p>
          <a:p>
            <a:pPr lvl="1">
              <a:lnSpc>
                <a:spcPct val="150000"/>
              </a:lnSpc>
            </a:pPr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API (temperature, rainfall, humidity)</a:t>
            </a:r>
          </a:p>
          <a:p>
            <a:pPr lvl="1">
              <a:lnSpc>
                <a:spcPct val="150000"/>
              </a:lnSpc>
            </a:pPr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dataset (soil type &amp; crop requirements)</a:t>
            </a:r>
            <a:endParaRPr lang="en-IN" sz="24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C9E6BE-3F8B-C562-DBBA-B585A2083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925" y="3685878"/>
            <a:ext cx="8878539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149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E77E9-8148-159F-56ED-4E41FA2B6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9" y="0"/>
            <a:ext cx="10364451" cy="1596177"/>
          </a:xfrm>
        </p:spPr>
        <p:txBody>
          <a:bodyPr>
            <a:normAutofit/>
          </a:bodyPr>
          <a:lstStyle/>
          <a:p>
            <a:r>
              <a:rPr lang="en-IN" sz="40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7248EE-A4EF-31A2-D099-6A2B82B27F4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738859" y="1353863"/>
            <a:ext cx="9538741" cy="5000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registers or logs in using email or mobile number.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Location acquisition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collects live GPS location (latitude &amp; longitude).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Weather parameters fetched using API.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Soil and crop requirement data retrieved from dataset.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210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77DE0-B317-D659-1237-572A90D1C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9" y="-116001"/>
            <a:ext cx="10364451" cy="1596177"/>
          </a:xfrm>
        </p:spPr>
        <p:txBody>
          <a:bodyPr>
            <a:normAutofit/>
          </a:bodyPr>
          <a:lstStyle/>
          <a:p>
            <a:r>
              <a:rPr lang="en-IN" sz="40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40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FD18D0F-A03A-67F0-86B3-5C42D6CE1944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924721" y="1349890"/>
            <a:ext cx="8957901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Crop Analysis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Compares real-time values with crop-specific thresholds.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Making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Determines whether the crop is suitable or not.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alternative crop suggestions if unsuitable.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 Presentation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results in clear slide-by-slide reasoning format.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736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C7DE0-4A29-DA5B-F0CE-47A9566E3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9" y="0"/>
            <a:ext cx="10364451" cy="1596177"/>
          </a:xfrm>
        </p:spPr>
        <p:txBody>
          <a:bodyPr>
            <a:normAutofit/>
          </a:bodyPr>
          <a:lstStyle/>
          <a:p>
            <a:r>
              <a:rPr lang="en-IN" sz="40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282CF-72E2-CCBE-028A-4607DC69A87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2524" y="1716946"/>
            <a:ext cx="10364451" cy="388937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12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&amp; location module :</a:t>
            </a:r>
          </a:p>
          <a:p>
            <a:pPr marL="0" indent="0">
              <a:buNone/>
            </a:pPr>
            <a:endParaRPr lang="en-IN" sz="32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Registration and Login functionality</a:t>
            </a:r>
          </a:p>
          <a:p>
            <a:pPr marL="457200" lvl="1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 authentication using backend APIs</a:t>
            </a:r>
          </a:p>
          <a:p>
            <a:pPr marL="457200" lvl="1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Live location detection using GPS permission</a:t>
            </a:r>
          </a:p>
          <a:p>
            <a:pPr marL="457200" lvl="1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Passes latitude, longitude, state, and district to backend</a:t>
            </a:r>
          </a:p>
          <a:p>
            <a:pPr marL="457200" lvl="1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personalized and region-specific results</a:t>
            </a:r>
          </a:p>
          <a:p>
            <a:pPr marL="0" indent="0">
              <a:buNone/>
            </a:pPr>
            <a:endParaRPr lang="en-IN" sz="2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58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2A00E-3132-AEDD-65B0-BA2C7225F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9" y="284813"/>
            <a:ext cx="10364451" cy="1596177"/>
          </a:xfrm>
        </p:spPr>
        <p:txBody>
          <a:bodyPr>
            <a:normAutofit/>
          </a:bodyPr>
          <a:lstStyle/>
          <a:p>
            <a:r>
              <a:rPr lang="en-IN" sz="40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implementation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80B21-9A81-F382-DBBF-215355F6929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2736" y="2022318"/>
            <a:ext cx="9624936" cy="3424107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manages </a:t>
            </a:r>
            <a:r>
              <a:rPr lang="en-US" sz="2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 and registration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</a:p>
          <a:p>
            <a:pPr>
              <a:lnSpc>
                <a:spcPct val="150000"/>
              </a:lnSpc>
            </a:pP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captures the </a:t>
            </a:r>
            <a:r>
              <a:rPr lang="en-US" sz="2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location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user using GPS. </a:t>
            </a:r>
          </a:p>
          <a:p>
            <a:pPr>
              <a:lnSpc>
                <a:spcPct val="150000"/>
              </a:lnSpc>
            </a:pP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location details (latitude, longitude, district/state) are sent to the backend to ensure crop suggestions are </a:t>
            </a:r>
            <a:r>
              <a:rPr lang="en-US" sz="2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to the user’s area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043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68863-943C-38FF-0DB0-EA4850DC1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0"/>
            <a:ext cx="10364451" cy="1596177"/>
          </a:xfrm>
        </p:spPr>
        <p:txBody>
          <a:bodyPr>
            <a:normAutofit/>
          </a:bodyPr>
          <a:lstStyle/>
          <a:p>
            <a:r>
              <a:rPr lang="en-IN" sz="40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implementation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B26A4-154B-07EB-2FF5-43138A8A0A3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3" y="1107918"/>
            <a:ext cx="10243905" cy="5750082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IN" sz="11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suitability analysis module :</a:t>
            </a:r>
          </a:p>
          <a:p>
            <a:pPr lvl="1">
              <a:lnSpc>
                <a:spcPct val="170000"/>
              </a:lnSpc>
            </a:pPr>
            <a:r>
              <a:rPr lang="en-IN" sz="11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a </a:t>
            </a:r>
            <a:r>
              <a:rPr lang="en-IN" sz="11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name</a:t>
            </a:r>
            <a:endParaRPr lang="en-IN" sz="11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en-IN" sz="11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fetches:</a:t>
            </a:r>
          </a:p>
          <a:p>
            <a:pPr lvl="2">
              <a:lnSpc>
                <a:spcPct val="170000"/>
              </a:lnSpc>
            </a:pPr>
            <a:r>
              <a:rPr lang="en-IN" sz="11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</a:p>
          <a:p>
            <a:pPr lvl="2">
              <a:lnSpc>
                <a:spcPct val="170000"/>
              </a:lnSpc>
            </a:pPr>
            <a:r>
              <a:rPr lang="en-IN" sz="11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</a:t>
            </a:r>
          </a:p>
          <a:p>
            <a:pPr lvl="2">
              <a:lnSpc>
                <a:spcPct val="170000"/>
              </a:lnSpc>
            </a:pPr>
            <a:r>
              <a:rPr lang="en-IN" sz="11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</a:t>
            </a:r>
          </a:p>
          <a:p>
            <a:pPr lvl="2">
              <a:lnSpc>
                <a:spcPct val="170000"/>
              </a:lnSpc>
            </a:pPr>
            <a:r>
              <a:rPr lang="en-IN" sz="11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type</a:t>
            </a:r>
          </a:p>
          <a:p>
            <a:pPr lvl="1">
              <a:lnSpc>
                <a:spcPct val="170000"/>
              </a:lnSpc>
            </a:pPr>
            <a:r>
              <a:rPr lang="en-IN" sz="11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</a:t>
            </a:r>
            <a:r>
              <a:rPr lang="en-IN" sz="11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values vs required crop values</a:t>
            </a:r>
            <a:endParaRPr lang="en-IN" sz="11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0722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6C87F-FA36-FB39-118A-3B0689737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3" y="0"/>
            <a:ext cx="10364451" cy="1596177"/>
          </a:xfrm>
        </p:spPr>
        <p:txBody>
          <a:bodyPr/>
          <a:lstStyle/>
          <a:p>
            <a:r>
              <a:rPr lang="en-IN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implementation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31DC01-C628-191C-E16A-07EA4EB91C0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3" y="1273012"/>
            <a:ext cx="10364451" cy="5185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Determines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suitable / not suitable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status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slide-by-slide reasons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each parameter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user enters a </a:t>
            </a:r>
            <a:r>
              <a:rPr lang="en-US" sz="2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name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collects </a:t>
            </a:r>
            <a:r>
              <a:rPr lang="en-US" sz="2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weather data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(temperature, rainfall, humidity) and </a:t>
            </a:r>
            <a:r>
              <a:rPr lang="en-US" sz="2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information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datasets.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values are compared with the crop’s required conditions to decide whether the crop is </a:t>
            </a:r>
            <a:r>
              <a:rPr lang="en-US" sz="2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or not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238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ADEDD-F6BC-C49D-3253-69EDE1843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9" y="0"/>
            <a:ext cx="10364451" cy="1596177"/>
          </a:xfrm>
        </p:spPr>
        <p:txBody>
          <a:bodyPr>
            <a:normAutofit/>
          </a:bodyPr>
          <a:lstStyle/>
          <a:p>
            <a:r>
              <a:rPr lang="en-IN" sz="40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implementation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92C01-945E-45EC-88AF-B3C939F214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08022" y="1437702"/>
            <a:ext cx="10364451" cy="512799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&amp; output module :</a:t>
            </a:r>
          </a:p>
          <a:p>
            <a:pPr lvl="1">
              <a:lnSpc>
                <a:spcPct val="150000"/>
              </a:lnSpc>
            </a:pPr>
            <a:r>
              <a:rPr lang="en-US" sz="2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final suitability result clearly</a:t>
            </a:r>
          </a:p>
          <a:p>
            <a:pPr lvl="1">
              <a:lnSpc>
                <a:spcPct val="150000"/>
              </a:lnSpc>
            </a:pPr>
            <a:r>
              <a:rPr lang="en-US" sz="2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detailed reasoning for:</a:t>
            </a:r>
          </a:p>
          <a:p>
            <a:pPr lvl="2">
              <a:lnSpc>
                <a:spcPct val="150000"/>
              </a:lnSpc>
            </a:pPr>
            <a:r>
              <a:rPr lang="en-US" sz="2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</a:p>
          <a:p>
            <a:pPr lvl="2">
              <a:lnSpc>
                <a:spcPct val="150000"/>
              </a:lnSpc>
            </a:pPr>
            <a:r>
              <a:rPr lang="en-US" sz="2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</a:t>
            </a:r>
          </a:p>
          <a:p>
            <a:pPr lvl="2">
              <a:lnSpc>
                <a:spcPct val="150000"/>
              </a:lnSpc>
            </a:pPr>
            <a:r>
              <a:rPr lang="en-US" sz="2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</a:t>
            </a:r>
          </a:p>
          <a:p>
            <a:pPr lvl="2">
              <a:lnSpc>
                <a:spcPct val="150000"/>
              </a:lnSpc>
            </a:pPr>
            <a:r>
              <a:rPr lang="en-US" sz="2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type</a:t>
            </a:r>
          </a:p>
          <a:p>
            <a:pPr>
              <a:lnSpc>
                <a:spcPct val="150000"/>
              </a:lnSpc>
            </a:pPr>
            <a:endParaRPr lang="en-IN" sz="2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116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968B1-7331-B42D-769C-7C3F6258F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03724"/>
            <a:ext cx="10364451" cy="1596177"/>
          </a:xfrm>
        </p:spPr>
        <p:txBody>
          <a:bodyPr>
            <a:normAutofit/>
          </a:bodyPr>
          <a:lstStyle/>
          <a:p>
            <a:r>
              <a:rPr lang="en-IN" sz="40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implementation</a:t>
            </a:r>
            <a:endParaRPr lang="en-IN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278803-9046-23ED-9EBA-D45BE23C252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423440" y="1922984"/>
            <a:ext cx="9119741" cy="2554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If unsuitable: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Suggests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best alternative crops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the location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Supports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season-based recommendations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(kharif/rabi/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zaid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User-friendly and visually clear output</a:t>
            </a:r>
          </a:p>
        </p:txBody>
      </p:sp>
    </p:spTree>
    <p:extLst>
      <p:ext uri="{BB962C8B-B14F-4D97-AF65-F5344CB8AC3E}">
        <p14:creationId xmlns:p14="http://schemas.microsoft.com/office/powerpoint/2010/main" val="2136878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9D90E-1DBB-E273-1D30-BD4CDC81C7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9600" dirty="0">
              <a:latin typeface="Britannic Bold" panose="020B0903060703020204" pitchFamily="34" charset="0"/>
            </a:endParaRPr>
          </a:p>
          <a:p>
            <a:pPr marL="0" indent="0">
              <a:buNone/>
            </a:pPr>
            <a:r>
              <a:rPr lang="en-IN" sz="9600" dirty="0">
                <a:latin typeface="Britannic Bold" panose="020B0903060703020204" pitchFamily="34" charset="0"/>
              </a:rPr>
              <a:t>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1711096714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</TotalTime>
  <Words>541</Words>
  <Application>Microsoft Office PowerPoint</Application>
  <PresentationFormat>Widescreen</PresentationFormat>
  <Paragraphs>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Britannic Bold</vt:lpstr>
      <vt:lpstr>Times New Roman</vt:lpstr>
      <vt:lpstr>Tw Cen MT</vt:lpstr>
      <vt:lpstr>Droplet</vt:lpstr>
      <vt:lpstr>Bapatla Engineering College  Department Of Information Technology Project Review – I On  Location Based Smart Crop Recommendation System BY  M. S.V. Prasanna , Y22AIT470 N. Uday Kumar , Y22AIT481 N. Komali Kiran , Y22AIT483 A . V. Brahmam , Y22AIT403  Under The Esteemed Guidance Of Mrs . P . Surekha Assistant Professor </vt:lpstr>
      <vt:lpstr>Domain Knowledge</vt:lpstr>
      <vt:lpstr>Domain Knowledge</vt:lpstr>
      <vt:lpstr>Architecture</vt:lpstr>
      <vt:lpstr>Architecture</vt:lpstr>
      <vt:lpstr>Methodology</vt:lpstr>
      <vt:lpstr>Methodology</vt:lpstr>
      <vt:lpstr>Project implementation</vt:lpstr>
      <vt:lpstr>Project implementation</vt:lpstr>
      <vt:lpstr>Project implementation</vt:lpstr>
      <vt:lpstr>Project implementation</vt:lpstr>
      <vt:lpstr>Project implementation</vt:lpstr>
      <vt:lpstr>Project implementation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Manam Sri Vani Prasanna</dc:creator>
  <cp:lastModifiedBy>Manam Sri Vani Prasanna</cp:lastModifiedBy>
  <cp:revision>5</cp:revision>
  <dcterms:created xsi:type="dcterms:W3CDTF">2026-02-24T07:38:14Z</dcterms:created>
  <dcterms:modified xsi:type="dcterms:W3CDTF">2026-02-25T12:54:46Z</dcterms:modified>
</cp:coreProperties>
</file>